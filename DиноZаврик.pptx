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3"/>
    <p:sldId id="257" r:id="rId4"/>
    <p:sldId id="258" r:id="rId5"/>
    <p:sldId id="259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ru-RU"/>
              <a:t>D</a:t>
            </a:r>
            <a:r>
              <a:rPr lang="en-US" altLang="en-US"/>
              <a:t>ино</a:t>
            </a:r>
            <a:r>
              <a:rPr lang="en-US" altLang="ru-RU"/>
              <a:t>Z</a:t>
            </a:r>
            <a:r>
              <a:rPr lang="en-US" altLang="en-US"/>
              <a:t>аврик</a:t>
            </a:r>
            <a:endParaRPr lang="en-US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ru-RU"/>
              <a:t>by </a:t>
            </a:r>
            <a:r>
              <a:rPr lang="ru-RU" altLang="ru-RU"/>
              <a:t>Денис Калимов</a:t>
            </a:r>
            <a:endParaRPr lang="ru-RU" alt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Идея</a:t>
            </a:r>
            <a:r>
              <a:rPr lang="en-US" altLang="ru-RU"/>
              <a:t> </a:t>
            </a:r>
            <a:r>
              <a:rPr lang="en-US" altLang="en-US"/>
              <a:t>проекта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Пародия</a:t>
            </a:r>
            <a:r>
              <a:rPr lang="en-US" altLang="ru-RU"/>
              <a:t> </a:t>
            </a:r>
            <a:r>
              <a:rPr lang="en-US" altLang="en-US"/>
              <a:t>на</a:t>
            </a:r>
            <a:r>
              <a:rPr lang="en-US" altLang="ru-RU"/>
              <a:t> </a:t>
            </a:r>
            <a:r>
              <a:rPr lang="en-US" altLang="en-US"/>
              <a:t>популярную</a:t>
            </a:r>
            <a:r>
              <a:rPr lang="en-US" altLang="ru-RU"/>
              <a:t> </a:t>
            </a:r>
            <a:r>
              <a:rPr lang="en-US" altLang="en-US"/>
              <a:t>игру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Chrome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добавлением</a:t>
            </a:r>
            <a:r>
              <a:rPr lang="en-US" altLang="ru-RU"/>
              <a:t> </a:t>
            </a:r>
            <a:r>
              <a:rPr lang="en-US" altLang="en-US"/>
              <a:t>авторских</a:t>
            </a:r>
            <a:r>
              <a:rPr lang="en-US" altLang="ru-RU"/>
              <a:t> </a:t>
            </a:r>
            <a:r>
              <a:rPr lang="en-US" altLang="en-US"/>
              <a:t>фич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элементов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базы</a:t>
            </a:r>
            <a:r>
              <a:rPr lang="en-US" altLang="ru-RU"/>
              <a:t> </a:t>
            </a:r>
            <a:r>
              <a:rPr lang="en-US" altLang="en-US"/>
              <a:t>данных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результатами</a:t>
            </a:r>
            <a:r>
              <a:rPr lang="en-US" altLang="ru-RU"/>
              <a:t> </a:t>
            </a:r>
            <a:r>
              <a:rPr lang="en-US" altLang="en-US"/>
              <a:t>игроков</a:t>
            </a:r>
            <a:r>
              <a:rPr lang="en-US" altLang="ru-RU"/>
              <a:t>.</a:t>
            </a:r>
            <a:endParaRPr lang="en-US" altLang="ru-RU"/>
          </a:p>
          <a:p>
            <a:r>
              <a:rPr lang="en-US" altLang="en-US"/>
              <a:t>Игрок</a:t>
            </a:r>
            <a:r>
              <a:rPr lang="en-US" altLang="ru-RU"/>
              <a:t> </a:t>
            </a:r>
            <a:r>
              <a:rPr lang="en-US" altLang="en-US"/>
              <a:t>будет</a:t>
            </a:r>
            <a:r>
              <a:rPr lang="en-US" altLang="ru-RU"/>
              <a:t> </a:t>
            </a:r>
            <a:r>
              <a:rPr lang="en-US" altLang="en-US"/>
              <a:t>управлять</a:t>
            </a:r>
            <a:r>
              <a:rPr lang="en-US" altLang="ru-RU"/>
              <a:t> </a:t>
            </a:r>
            <a:r>
              <a:rPr lang="en-US" altLang="en-US"/>
              <a:t>динозавриком</a:t>
            </a:r>
            <a:r>
              <a:rPr lang="en-US" altLang="ru-RU"/>
              <a:t>, </a:t>
            </a:r>
            <a:r>
              <a:rPr lang="en-US" altLang="en-US"/>
              <a:t>который</a:t>
            </a:r>
            <a:r>
              <a:rPr lang="en-US" altLang="ru-RU"/>
              <a:t> </a:t>
            </a:r>
            <a:r>
              <a:rPr lang="en-US" altLang="en-US"/>
              <a:t>перепрыгивает</a:t>
            </a:r>
            <a:r>
              <a:rPr lang="en-US" altLang="ru-RU"/>
              <a:t> </a:t>
            </a:r>
            <a:r>
              <a:rPr lang="en-US" altLang="en-US"/>
              <a:t>различные</a:t>
            </a:r>
            <a:r>
              <a:rPr lang="en-US" altLang="ru-RU"/>
              <a:t> </a:t>
            </a:r>
            <a:r>
              <a:rPr lang="en-US" altLang="en-US"/>
              <a:t>препятствия</a:t>
            </a:r>
            <a:r>
              <a:rPr lang="en-US" altLang="ru-RU"/>
              <a:t>/ </a:t>
            </a:r>
            <a:r>
              <a:rPr lang="en-US" altLang="en-US"/>
              <a:t>движущиеся</a:t>
            </a:r>
            <a:r>
              <a:rPr lang="en-US" altLang="ru-RU"/>
              <a:t> </a:t>
            </a:r>
            <a:r>
              <a:rPr lang="en-US" altLang="en-US"/>
              <a:t>объекты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Реализация проекта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ru-RU"/>
              <a:t>class Dyno: </a:t>
            </a:r>
            <a:r>
              <a:rPr lang="en-US" altLang="en-US"/>
              <a:t>класс</a:t>
            </a:r>
            <a:r>
              <a:rPr lang="en-US" altLang="ru-RU"/>
              <a:t> </a:t>
            </a:r>
            <a:r>
              <a:rPr lang="en-US" altLang="en-US"/>
              <a:t>игрока</a:t>
            </a:r>
            <a:r>
              <a:rPr lang="en-US" altLang="ru-RU"/>
              <a:t>, </a:t>
            </a:r>
            <a:r>
              <a:rPr lang="en-US" altLang="en-US"/>
              <a:t>функции</a:t>
            </a:r>
            <a:r>
              <a:rPr lang="en-US" altLang="ru-RU"/>
              <a:t> update </a:t>
            </a:r>
            <a:r>
              <a:rPr lang="en-US" altLang="en-US"/>
              <a:t>и</a:t>
            </a:r>
            <a:r>
              <a:rPr lang="en-US" altLang="ru-RU"/>
              <a:t>  update_texture </a:t>
            </a:r>
            <a:r>
              <a:rPr lang="en-US" altLang="en-US"/>
              <a:t>меняют</a:t>
            </a:r>
            <a:r>
              <a:rPr lang="en-US" altLang="ru-RU"/>
              <a:t> </a:t>
            </a:r>
            <a:r>
              <a:rPr lang="en-US" altLang="en-US"/>
              <a:t>модельку</a:t>
            </a:r>
            <a:r>
              <a:rPr lang="en-US" altLang="ru-RU"/>
              <a:t> </a:t>
            </a:r>
            <a:r>
              <a:rPr lang="en-US" altLang="en-US"/>
              <a:t>игрока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его</a:t>
            </a:r>
            <a:r>
              <a:rPr lang="en-US" altLang="ru-RU"/>
              <a:t> </a:t>
            </a:r>
            <a:r>
              <a:rPr lang="en-US" altLang="en-US"/>
              <a:t>скорость</a:t>
            </a:r>
            <a:endParaRPr lang="en-US" altLang="en-US"/>
          </a:p>
          <a:p>
            <a:endParaRPr lang="en-US" altLang="ru-RU"/>
          </a:p>
          <a:p>
            <a:r>
              <a:rPr lang="en-US" altLang="ru-RU"/>
              <a:t>class Pterodactyl, Cactus: </a:t>
            </a:r>
            <a:r>
              <a:rPr lang="en-US" altLang="en-US"/>
              <a:t>классы</a:t>
            </a:r>
            <a:r>
              <a:rPr lang="en-US" altLang="ru-RU"/>
              <a:t> </a:t>
            </a:r>
            <a:r>
              <a:rPr lang="en-US" altLang="en-US"/>
              <a:t>препятствий</a:t>
            </a:r>
            <a:r>
              <a:rPr lang="en-US" altLang="ru-RU"/>
              <a:t>/</a:t>
            </a:r>
            <a:r>
              <a:rPr lang="en-US" altLang="en-US"/>
              <a:t>коллизий</a:t>
            </a:r>
            <a:endParaRPr lang="en-US" altLang="en-US"/>
          </a:p>
          <a:p>
            <a:endParaRPr lang="en-US" altLang="ru-RU"/>
          </a:p>
          <a:p>
            <a:r>
              <a:rPr lang="en-US" altLang="ru-RU"/>
              <a:t>class MyGame - </a:t>
            </a:r>
            <a:r>
              <a:rPr lang="en-US" altLang="en-US"/>
              <a:t>основной</a:t>
            </a:r>
            <a:r>
              <a:rPr lang="en-US" altLang="ru-RU"/>
              <a:t> </a:t>
            </a:r>
            <a:r>
              <a:rPr lang="en-US" altLang="en-US"/>
              <a:t>класс</a:t>
            </a:r>
            <a:r>
              <a:rPr lang="en-US" altLang="ru-RU"/>
              <a:t> </a:t>
            </a:r>
            <a:r>
              <a:rPr lang="en-US" altLang="en-US"/>
              <a:t>игры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базовыми</a:t>
            </a:r>
            <a:r>
              <a:rPr lang="en-US" altLang="ru-RU"/>
              <a:t>(setup, on_draw, on_update, on_key_press)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дополнительными</a:t>
            </a:r>
            <a:r>
              <a:rPr lang="en-US" altLang="ru-RU"/>
              <a:t> </a:t>
            </a:r>
            <a:r>
              <a:rPr lang="en-US" altLang="en-US"/>
              <a:t>функциями</a:t>
            </a:r>
            <a:r>
              <a:rPr lang="en-US" altLang="ru-RU"/>
              <a:t>(make_cactus, make_pterodactyl)</a:t>
            </a:r>
            <a:endParaRPr lang="en-US" altLang="ru-RU"/>
          </a:p>
          <a:p>
            <a:endParaRPr lang="en-US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Интересные приемы, библиотеки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1)</a:t>
            </a:r>
            <a:r>
              <a:rPr lang="en-US" altLang="en-US"/>
              <a:t>задний</a:t>
            </a:r>
            <a:r>
              <a:rPr lang="en-US" altLang="ru-RU"/>
              <a:t> </a:t>
            </a:r>
            <a:r>
              <a:rPr lang="en-US" altLang="en-US"/>
              <a:t>фон</a:t>
            </a:r>
            <a:r>
              <a:rPr lang="en-US" altLang="ru-RU"/>
              <a:t>-3 </a:t>
            </a:r>
            <a:r>
              <a:rPr lang="en-US" altLang="en-US"/>
              <a:t>спрайта</a:t>
            </a:r>
            <a:r>
              <a:rPr lang="en-US" altLang="ru-RU"/>
              <a:t>, </a:t>
            </a:r>
            <a:r>
              <a:rPr lang="en-US" altLang="en-US"/>
              <a:t>которые</a:t>
            </a:r>
            <a:r>
              <a:rPr lang="en-US" altLang="ru-RU"/>
              <a:t> </a:t>
            </a:r>
            <a:r>
              <a:rPr lang="en-US" altLang="en-US"/>
              <a:t>попеременно</a:t>
            </a:r>
            <a:r>
              <a:rPr lang="en-US" altLang="ru-RU"/>
              <a:t> </a:t>
            </a:r>
            <a:r>
              <a:rPr lang="en-US" altLang="en-US"/>
              <a:t>сменяют</a:t>
            </a:r>
            <a:r>
              <a:rPr lang="en-US" altLang="ru-RU"/>
              <a:t> </a:t>
            </a:r>
            <a:r>
              <a:rPr lang="en-US" altLang="en-US"/>
              <a:t>друг</a:t>
            </a:r>
            <a:r>
              <a:rPr lang="en-US" altLang="ru-RU"/>
              <a:t> </a:t>
            </a:r>
            <a:r>
              <a:rPr lang="en-US" altLang="en-US"/>
              <a:t>друга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мере</a:t>
            </a:r>
            <a:r>
              <a:rPr lang="en-US" altLang="ru-RU"/>
              <a:t> </a:t>
            </a:r>
            <a:r>
              <a:rPr lang="en-US" altLang="en-US"/>
              <a:t>движения</a:t>
            </a:r>
            <a:r>
              <a:rPr lang="en-US" altLang="ru-RU"/>
              <a:t> </a:t>
            </a:r>
            <a:r>
              <a:rPr lang="en-US" altLang="en-US"/>
              <a:t>грока</a:t>
            </a:r>
            <a:endParaRPr lang="en-US" altLang="ru-RU"/>
          </a:p>
          <a:p>
            <a:r>
              <a:rPr lang="en-US" altLang="en-US"/>
              <a:t>смена</a:t>
            </a:r>
            <a:r>
              <a:rPr lang="en-US" altLang="ru-RU"/>
              <a:t> </a:t>
            </a:r>
            <a:r>
              <a:rPr lang="en-US" altLang="en-US"/>
              <a:t>моделек</a:t>
            </a:r>
            <a:r>
              <a:rPr lang="en-US" altLang="ru-RU"/>
              <a:t> </a:t>
            </a:r>
            <a:r>
              <a:rPr lang="en-US" altLang="en-US"/>
              <a:t>персонажа</a:t>
            </a:r>
            <a:r>
              <a:rPr lang="en-US" altLang="ru-RU"/>
              <a:t> </a:t>
            </a:r>
            <a:r>
              <a:rPr lang="en-US" altLang="en-US"/>
              <a:t>осуществяется</a:t>
            </a:r>
            <a:r>
              <a:rPr lang="en-US" altLang="ru-RU"/>
              <a:t> </a:t>
            </a:r>
            <a:r>
              <a:rPr lang="en-US" altLang="en-US"/>
              <a:t>непосредственно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его</a:t>
            </a:r>
            <a:r>
              <a:rPr lang="en-US" altLang="ru-RU"/>
              <a:t> </a:t>
            </a:r>
            <a:r>
              <a:rPr lang="en-US" altLang="en-US"/>
              <a:t>классе</a:t>
            </a:r>
            <a:r>
              <a:rPr lang="en-US" altLang="ru-RU"/>
              <a:t>, </a:t>
            </a:r>
            <a:r>
              <a:rPr lang="en-US" altLang="en-US"/>
              <a:t>а</a:t>
            </a:r>
            <a:r>
              <a:rPr lang="en-US" altLang="ru-RU"/>
              <a:t> </a:t>
            </a:r>
            <a:r>
              <a:rPr lang="en-US" altLang="en-US"/>
              <a:t>не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классе</a:t>
            </a:r>
            <a:r>
              <a:rPr lang="en-US" altLang="ru-RU"/>
              <a:t> </a:t>
            </a:r>
            <a:r>
              <a:rPr lang="en-US" altLang="en-US"/>
              <a:t>игры</a:t>
            </a:r>
            <a:br>
              <a:rPr lang="en-US" altLang="en-US"/>
            </a:br>
            <a:endParaRPr lang="en-US" altLang="en-US"/>
          </a:p>
          <a:p>
            <a:r>
              <a:rPr lang="ru-RU" altLang="en-US"/>
              <a:t>2)</a:t>
            </a:r>
            <a:r>
              <a:rPr lang="en-US" altLang="en-US"/>
              <a:t>arcade, random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</Words>
  <Application>WPS Presentation</Application>
  <PresentationFormat>宽屏</PresentationFormat>
  <Paragraphs>24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Denis</dc:creator>
  <cp:lastModifiedBy>Denis</cp:lastModifiedBy>
  <cp:revision>4</cp:revision>
  <dcterms:created xsi:type="dcterms:W3CDTF">2025-07-23T00:59:00Z</dcterms:created>
  <dcterms:modified xsi:type="dcterms:W3CDTF">2026-01-23T17:03:02Z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712E43361DF24FF3A209962F7E3ED0C6_11</vt:lpwstr>
  </property>
</Properties>
</file>