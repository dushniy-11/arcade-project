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71B8B-E842-40C9-88DA-ED9F2A3A9EC8}" type="datetimeFigureOut">
              <a:rPr lang="ru-RU" smtClean="0"/>
              <a:t>27.01.2026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17A33-B964-40B2-AA7D-988D39B0E7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7624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71B8B-E842-40C9-88DA-ED9F2A3A9EC8}" type="datetimeFigureOut">
              <a:rPr lang="ru-RU" smtClean="0"/>
              <a:t>27.01.2026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17A33-B964-40B2-AA7D-988D39B0E7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2143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71B8B-E842-40C9-88DA-ED9F2A3A9EC8}" type="datetimeFigureOut">
              <a:rPr lang="ru-RU" smtClean="0"/>
              <a:t>27.01.2026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17A33-B964-40B2-AA7D-988D39B0E7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2416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71B8B-E842-40C9-88DA-ED9F2A3A9EC8}" type="datetimeFigureOut">
              <a:rPr lang="ru-RU" smtClean="0"/>
              <a:t>27.01.2026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17A33-B964-40B2-AA7D-988D39B0E7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5730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71B8B-E842-40C9-88DA-ED9F2A3A9EC8}" type="datetimeFigureOut">
              <a:rPr lang="ru-RU" smtClean="0"/>
              <a:t>27.01.2026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17A33-B964-40B2-AA7D-988D39B0E7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8515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71B8B-E842-40C9-88DA-ED9F2A3A9EC8}" type="datetimeFigureOut">
              <a:rPr lang="ru-RU" smtClean="0"/>
              <a:t>27.01.2026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17A33-B964-40B2-AA7D-988D39B0E7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9989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71B8B-E842-40C9-88DA-ED9F2A3A9EC8}" type="datetimeFigureOut">
              <a:rPr lang="ru-RU" smtClean="0"/>
              <a:t>27.01.2026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17A33-B964-40B2-AA7D-988D39B0E7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7903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71B8B-E842-40C9-88DA-ED9F2A3A9EC8}" type="datetimeFigureOut">
              <a:rPr lang="ru-RU" smtClean="0"/>
              <a:t>27.01.2026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17A33-B964-40B2-AA7D-988D39B0E7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062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71B8B-E842-40C9-88DA-ED9F2A3A9EC8}" type="datetimeFigureOut">
              <a:rPr lang="ru-RU" smtClean="0"/>
              <a:t>27.01.2026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17A33-B964-40B2-AA7D-988D39B0E7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96409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71B8B-E842-40C9-88DA-ED9F2A3A9EC8}" type="datetimeFigureOut">
              <a:rPr lang="ru-RU" smtClean="0"/>
              <a:t>27.01.2026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17A33-B964-40B2-AA7D-988D39B0E7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2470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71B8B-E842-40C9-88DA-ED9F2A3A9EC8}" type="datetimeFigureOut">
              <a:rPr lang="ru-RU" smtClean="0"/>
              <a:t>27.01.2026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17A33-B964-40B2-AA7D-988D39B0E7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8003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371B8B-E842-40C9-88DA-ED9F2A3A9EC8}" type="datetimeFigureOut">
              <a:rPr lang="ru-RU" smtClean="0"/>
              <a:t>27.01.2026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317A33-B964-40B2-AA7D-988D39B0E7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873212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>
                <a:latin typeface="Verdana" panose="020B0604030504040204" pitchFamily="34" charset="0"/>
                <a:ea typeface="Verdana" panose="020B0604030504040204" pitchFamily="34" charset="0"/>
              </a:rPr>
              <a:t>D</a:t>
            </a:r>
            <a:r>
              <a:rPr lang="ru-RU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ино</a:t>
            </a:r>
            <a:r>
              <a:rPr lang="en-US" dirty="0" smtClean="0">
                <a:latin typeface="Verdana" panose="020B0604030504040204" pitchFamily="34" charset="0"/>
                <a:ea typeface="Verdana" panose="020B0604030504040204" pitchFamily="34" charset="0"/>
              </a:rPr>
              <a:t>Z</a:t>
            </a:r>
            <a:r>
              <a:rPr lang="ru-RU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аврик</a:t>
            </a:r>
            <a:endParaRPr lang="ru-RU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>
                <a:latin typeface="Verdana" panose="020B0604030504040204" pitchFamily="34" charset="0"/>
                <a:ea typeface="Verdana" panose="020B0604030504040204" pitchFamily="34" charset="0"/>
              </a:rPr>
              <a:t>Project by Denis K.</a:t>
            </a:r>
            <a:endParaRPr lang="ru-RU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192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latin typeface="Verdana" panose="020B0604030504040204" pitchFamily="34" charset="0"/>
                <a:ea typeface="Verdana" panose="020B0604030504040204" pitchFamily="34" charset="0"/>
              </a:rPr>
              <a:t>Описание проекта</a:t>
            </a:r>
            <a:endParaRPr lang="ru-RU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>
                <a:latin typeface="Verdana" panose="020B0604030504040204" pitchFamily="34" charset="0"/>
                <a:ea typeface="Verdana" panose="020B0604030504040204" pitchFamily="34" charset="0"/>
              </a:rPr>
              <a:t>Пародия на популярную игру в </a:t>
            </a:r>
            <a:r>
              <a:rPr lang="ru-RU" dirty="0" err="1">
                <a:latin typeface="Verdana" panose="020B0604030504040204" pitchFamily="34" charset="0"/>
                <a:ea typeface="Verdana" panose="020B0604030504040204" pitchFamily="34" charset="0"/>
              </a:rPr>
              <a:t>Chrome</a:t>
            </a:r>
            <a:r>
              <a:rPr lang="ru-RU" dirty="0">
                <a:latin typeface="Verdana" panose="020B0604030504040204" pitchFamily="34" charset="0"/>
                <a:ea typeface="Verdana" panose="020B0604030504040204" pitchFamily="34" charset="0"/>
              </a:rPr>
              <a:t> с добавлением авторских </a:t>
            </a:r>
            <a:r>
              <a:rPr lang="ru-RU" dirty="0" err="1">
                <a:latin typeface="Verdana" panose="020B0604030504040204" pitchFamily="34" charset="0"/>
                <a:ea typeface="Verdana" panose="020B0604030504040204" pitchFamily="34" charset="0"/>
              </a:rPr>
              <a:t>фич</a:t>
            </a:r>
            <a:r>
              <a:rPr lang="ru-RU" dirty="0">
                <a:latin typeface="Verdana" panose="020B0604030504040204" pitchFamily="34" charset="0"/>
                <a:ea typeface="Verdana" panose="020B0604030504040204" pitchFamily="34" charset="0"/>
              </a:rPr>
              <a:t> и </a:t>
            </a:r>
            <a:r>
              <a:rPr lang="ru-RU" dirty="0" smtClean="0">
                <a:latin typeface="Verdana" panose="020B0604030504040204" pitchFamily="34" charset="0"/>
                <a:ea typeface="Verdana" panose="020B0604030504040204" pitchFamily="34" charset="0"/>
              </a:rPr>
              <a:t>элементов; </a:t>
            </a:r>
            <a:r>
              <a:rPr lang="ru-RU" dirty="0">
                <a:latin typeface="Verdana" panose="020B0604030504040204" pitchFamily="34" charset="0"/>
                <a:ea typeface="Verdana" panose="020B0604030504040204" pitchFamily="34" charset="0"/>
              </a:rPr>
              <a:t>базы данных с результатами игроков. Игрок будет управлять динозавриком, который перепрыгивает различные препятствия/движущиеся объекты</a:t>
            </a:r>
            <a:endParaRPr lang="ru-RU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2240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ТЗ</a:t>
            </a:r>
            <a:r>
              <a:rPr lang="en-US" dirty="0" smtClean="0"/>
              <a:t>/</a:t>
            </a:r>
            <a:r>
              <a:rPr lang="ru-RU" dirty="0" smtClean="0"/>
              <a:t>Реализация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4.1)Реализация классов и разбиение их по отдельным файлам</a:t>
            </a:r>
          </a:p>
          <a:p>
            <a:r>
              <a:rPr lang="ru-RU" dirty="0" err="1"/>
              <a:t>class</a:t>
            </a:r>
            <a:r>
              <a:rPr lang="ru-RU" dirty="0"/>
              <a:t> </a:t>
            </a:r>
            <a:r>
              <a:rPr lang="ru-RU" dirty="0" err="1"/>
              <a:t>Dyno</a:t>
            </a:r>
            <a:r>
              <a:rPr lang="ru-RU" dirty="0"/>
              <a:t>: класс игрока, функции </a:t>
            </a:r>
            <a:r>
              <a:rPr lang="ru-RU" dirty="0" err="1"/>
              <a:t>update</a:t>
            </a:r>
            <a:r>
              <a:rPr lang="ru-RU" dirty="0"/>
              <a:t> и </a:t>
            </a:r>
            <a:r>
              <a:rPr lang="ru-RU" dirty="0" err="1"/>
              <a:t>update_texture</a:t>
            </a:r>
            <a:r>
              <a:rPr lang="ru-RU" dirty="0"/>
              <a:t> меняют модельку игрока и его скорость</a:t>
            </a:r>
          </a:p>
          <a:p>
            <a:r>
              <a:rPr lang="ru-RU" dirty="0" err="1"/>
              <a:t>class</a:t>
            </a:r>
            <a:r>
              <a:rPr lang="ru-RU" dirty="0"/>
              <a:t> </a:t>
            </a:r>
            <a:r>
              <a:rPr lang="ru-RU" dirty="0" err="1"/>
              <a:t>Pterodactyl</a:t>
            </a:r>
            <a:r>
              <a:rPr lang="ru-RU" dirty="0"/>
              <a:t>, </a:t>
            </a:r>
            <a:r>
              <a:rPr lang="ru-RU" dirty="0" err="1"/>
              <a:t>Cactus</a:t>
            </a:r>
            <a:r>
              <a:rPr lang="ru-RU" dirty="0"/>
              <a:t>: классы препятствий/коллизий</a:t>
            </a:r>
          </a:p>
          <a:p>
            <a:r>
              <a:rPr lang="ru-RU" dirty="0" err="1"/>
              <a:t>class</a:t>
            </a:r>
            <a:r>
              <a:rPr lang="ru-RU" dirty="0"/>
              <a:t> </a:t>
            </a:r>
            <a:r>
              <a:rPr lang="ru-RU" dirty="0" err="1"/>
              <a:t>MyGame</a:t>
            </a:r>
            <a:r>
              <a:rPr lang="ru-RU" dirty="0"/>
              <a:t> - основной класс игры с базовыми(</a:t>
            </a:r>
            <a:r>
              <a:rPr lang="ru-RU" dirty="0" err="1"/>
              <a:t>setup</a:t>
            </a:r>
            <a:r>
              <a:rPr lang="ru-RU" dirty="0"/>
              <a:t>, </a:t>
            </a:r>
            <a:r>
              <a:rPr lang="ru-RU" dirty="0" err="1"/>
              <a:t>on_draw</a:t>
            </a:r>
            <a:r>
              <a:rPr lang="ru-RU" dirty="0"/>
              <a:t>, </a:t>
            </a:r>
            <a:r>
              <a:rPr lang="ru-RU" dirty="0" err="1"/>
              <a:t>on_update</a:t>
            </a:r>
            <a:r>
              <a:rPr lang="ru-RU" dirty="0"/>
              <a:t>, </a:t>
            </a:r>
            <a:r>
              <a:rPr lang="ru-RU" dirty="0" err="1"/>
              <a:t>on_key_press</a:t>
            </a:r>
            <a:r>
              <a:rPr lang="ru-RU" dirty="0"/>
              <a:t>) и дополнительными функциями(</a:t>
            </a:r>
            <a:r>
              <a:rPr lang="ru-RU" dirty="0" err="1"/>
              <a:t>make_cactus</a:t>
            </a:r>
            <a:r>
              <a:rPr lang="ru-RU" dirty="0"/>
              <a:t>, </a:t>
            </a:r>
            <a:r>
              <a:rPr lang="ru-RU" dirty="0" err="1"/>
              <a:t>make_pterodactyl</a:t>
            </a:r>
            <a:r>
              <a:rPr lang="ru-RU" dirty="0"/>
              <a:t>)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627721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4.2)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Выполнение </a:t>
            </a:r>
            <a:r>
              <a:rPr lang="ru-RU" dirty="0"/>
              <a:t>критериев проекта:</a:t>
            </a:r>
          </a:p>
          <a:p>
            <a:r>
              <a:rPr lang="ru-RU" dirty="0" smtClean="0"/>
              <a:t>Добавление </a:t>
            </a:r>
            <a:r>
              <a:rPr lang="ru-RU" dirty="0"/>
              <a:t>стартового и финального окна с подсчетом результатов(</a:t>
            </a:r>
            <a:r>
              <a:rPr lang="ru-RU" dirty="0" err="1"/>
              <a:t>self.start_game</a:t>
            </a:r>
            <a:r>
              <a:rPr lang="ru-RU" dirty="0"/>
              <a:t>, </a:t>
            </a:r>
            <a:r>
              <a:rPr lang="ru-RU" dirty="0" err="1"/>
              <a:t>self,end_game</a:t>
            </a:r>
            <a:r>
              <a:rPr lang="ru-RU" dirty="0"/>
              <a:t>, </a:t>
            </a:r>
            <a:r>
              <a:rPr lang="ru-RU" dirty="0" err="1"/>
              <a:t>self.count</a:t>
            </a:r>
            <a:r>
              <a:rPr lang="ru-RU" dirty="0"/>
              <a:t>) </a:t>
            </a:r>
            <a:endParaRPr lang="ru-RU" dirty="0" smtClean="0"/>
          </a:p>
          <a:p>
            <a:r>
              <a:rPr lang="ru-RU" dirty="0" smtClean="0"/>
              <a:t>Реализация </a:t>
            </a:r>
            <a:r>
              <a:rPr lang="ru-RU" dirty="0"/>
              <a:t>"фонового движения"(3 спрайта попеременно заменяют друг </a:t>
            </a:r>
            <a:r>
              <a:rPr lang="ru-RU" dirty="0" err="1"/>
              <a:t>друг</a:t>
            </a:r>
            <a:r>
              <a:rPr lang="ru-RU" dirty="0"/>
              <a:t> при движении игрока; </a:t>
            </a:r>
            <a:r>
              <a:rPr lang="ru-RU" dirty="0" err="1"/>
              <a:t>self.background</a:t>
            </a:r>
            <a:r>
              <a:rPr lang="ru-RU" dirty="0"/>
              <a:t>) </a:t>
            </a:r>
            <a:endParaRPr lang="ru-RU" dirty="0" smtClean="0"/>
          </a:p>
          <a:p>
            <a:r>
              <a:rPr lang="ru-RU" dirty="0" smtClean="0"/>
              <a:t>Добавление </a:t>
            </a:r>
            <a:r>
              <a:rPr lang="ru-RU" dirty="0"/>
              <a:t>камеры и ее настройка -Добавление звука и работы с частицами GUI </a:t>
            </a:r>
            <a:endParaRPr lang="ru-RU" dirty="0" smtClean="0"/>
          </a:p>
          <a:p>
            <a:r>
              <a:rPr lang="ru-RU" dirty="0" smtClean="0"/>
              <a:t>Реализация </a:t>
            </a:r>
            <a:r>
              <a:rPr lang="ru-RU" dirty="0"/>
              <a:t>работы с БД(players_data.sqlite3; </a:t>
            </a:r>
            <a:r>
              <a:rPr lang="ru-RU" dirty="0" err="1"/>
              <a:t>player-count</a:t>
            </a:r>
            <a:r>
              <a:rPr lang="ru-RU" dirty="0"/>
              <a:t>) </a:t>
            </a:r>
            <a:endParaRPr lang="ru-RU" dirty="0" smtClean="0"/>
          </a:p>
          <a:p>
            <a:r>
              <a:rPr lang="ru-RU" dirty="0" smtClean="0"/>
              <a:t>Реализация </a:t>
            </a:r>
            <a:r>
              <a:rPr lang="ru-RU" dirty="0"/>
              <a:t>смены моделек игрока при движении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07806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5)Библиотеки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dirty="0" smtClean="0"/>
              <a:t>rcade</a:t>
            </a:r>
          </a:p>
          <a:p>
            <a:r>
              <a:rPr lang="en-US" dirty="0"/>
              <a:t>r</a:t>
            </a:r>
            <a:r>
              <a:rPr lang="en-US" dirty="0" smtClean="0"/>
              <a:t>andom</a:t>
            </a:r>
          </a:p>
          <a:p>
            <a:r>
              <a:rPr lang="en-US" dirty="0" err="1"/>
              <a:t>pyglet.graphics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205363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6)Скриншоты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506662"/>
            <a:ext cx="6514283" cy="4351338"/>
          </a:xfrm>
          <a:prstGeom prst="rect">
            <a:avLst/>
          </a:prstGeom>
        </p:spPr>
      </p:pic>
      <p:sp>
        <p:nvSpPr>
          <p:cNvPr id="8" name="AutoShape 8" descr="blob:https://web.telegram.org/e65acd59-28d9-4759-b7f8-7225024af179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283" y="2506663"/>
            <a:ext cx="571035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221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</TotalTime>
  <Words>162</Words>
  <Application>Microsoft Office PowerPoint</Application>
  <PresentationFormat>Широкоэкранный</PresentationFormat>
  <Paragraphs>21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Verdana</vt:lpstr>
      <vt:lpstr>Office Theme</vt:lpstr>
      <vt:lpstr>DиноZаврик</vt:lpstr>
      <vt:lpstr>Описание проекта</vt:lpstr>
      <vt:lpstr>ТЗ/Реализация</vt:lpstr>
      <vt:lpstr>4.2)</vt:lpstr>
      <vt:lpstr>5)Библиотеки</vt:lpstr>
      <vt:lpstr>6)Скриншоты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DиноZаврик</dc:title>
  <dc:creator>yandex2</dc:creator>
  <cp:lastModifiedBy>yandex2</cp:lastModifiedBy>
  <cp:revision>2</cp:revision>
  <dcterms:created xsi:type="dcterms:W3CDTF">2026-01-27T16:58:53Z</dcterms:created>
  <dcterms:modified xsi:type="dcterms:W3CDTF">2026-01-27T17:11:57Z</dcterms:modified>
</cp:coreProperties>
</file>